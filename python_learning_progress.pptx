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My Learning Journey in Python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BFD3E5"/>
                </a:solidFill>
                <a:latin typeface="Aptos"/>
              </a:rPr>
              <a:t>From first scripts to the building blocks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97312" y="4480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BFD3E5"/>
                </a:solidFill>
                <a:latin typeface="Aptos"/>
              </a:rPr>
              <a:t>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6949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Python basics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938528"/>
            <a:ext cx="384048" cy="384048"/>
          </a:xfrm>
          <a:prstGeom prst="ellipse">
            <a:avLst/>
          </a:prstGeom>
          <a:solidFill>
            <a:srgbClr val="228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Core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Printed output, variables,
strings, numbers, and type hints.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1938528"/>
            <a:ext cx="384048" cy="384048"/>
          </a:xfrm>
          <a:prstGeom prst="ellipse">
            <a:avLst/>
          </a:prstGeom>
          <a:solidFill>
            <a:srgbClr val="E87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Input +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Collected user input and used
comparisons with if / elif /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2752" y="1938528"/>
            <a:ext cx="384048" cy="384048"/>
          </a:xfrm>
          <a:prstGeom prst="ellipse">
            <a:avLst/>
          </a:prstGeom>
          <a:solidFill>
            <a:srgbClr val="5C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5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Loops +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5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Used lists with for and while
loops to repeat useful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93008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712463"/>
            <a:ext cx="384048" cy="384048"/>
          </a:xfrm>
          <a:prstGeom prst="ellipse">
            <a:avLst/>
          </a:prstGeom>
          <a:solidFill>
            <a:srgbClr val="4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361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94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JSON +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59935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Worked with structured JSON data
and CSV-inspired tabular records.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3493008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35424" y="3712463"/>
            <a:ext cx="384048" cy="384048"/>
          </a:xfrm>
          <a:prstGeom prst="ellipse">
            <a:avLst/>
          </a:prstGeom>
          <a:solidFill>
            <a:srgbClr val="A4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75361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694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NumPy arrays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059935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Used vectorized operations for
math, arrays, and ML-ready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3493008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2752" y="3712463"/>
            <a:ext cx="384048" cy="384048"/>
          </a:xfrm>
          <a:prstGeom prst="ellipse">
            <a:avLst/>
          </a:prstGeom>
          <a:solidFill>
            <a:srgbClr val="478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75361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5" y="3694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Pandas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4815" y="4059935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Filtered, sorted, and summarized
DataFrames for real data tasks.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40080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15060"/>
                </a:solidFill>
                <a:latin typeface="Aptos"/>
              </a:rPr>
              <a:t>Evidence in practice: conditional.py  |  loops.py  |  json_ex.py  |  numpy_basics.py  |  csv_&amp;_json.py  |  boolean_filtering.py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
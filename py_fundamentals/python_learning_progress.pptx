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8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Python Learning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BFD3E5"/>
                </a:solidFill>
                <a:latin typeface="Aptos"/>
              </a:rPr>
              <a:t>From first scripts to the building blocks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97312" y="448056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BFD3E5"/>
                </a:solidFill>
                <a:latin typeface="Aptos"/>
              </a:rPr>
              <a:t>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5480" y="6949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ptos"/>
              </a:rPr>
              <a:t>Python basics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35204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1938528"/>
            <a:ext cx="384048" cy="384048"/>
          </a:xfrm>
          <a:prstGeom prst="ellipse">
            <a:avLst/>
          </a:prstGeom>
          <a:solidFill>
            <a:srgbClr val="228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79676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202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Core syntax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86000"/>
            <a:ext cx="2606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36070"/>
                </a:solidFill>
                <a:latin typeface="Aptos"/>
              </a:rPr>
              <a:t>Printed output, variables,
strings, numbers, and type hints.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719072"/>
            <a:ext cx="35204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35424" y="1938528"/>
            <a:ext cx="384048" cy="384048"/>
          </a:xfrm>
          <a:prstGeom prst="ellipse">
            <a:avLst/>
          </a:prstGeom>
          <a:solidFill>
            <a:srgbClr val="E87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79676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9202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Input +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286000"/>
            <a:ext cx="2606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36070"/>
                </a:solidFill>
                <a:latin typeface="Aptos"/>
              </a:rPr>
              <a:t>Collected user input and used
comparisons with if / elif /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719072"/>
            <a:ext cx="35204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2752" y="1938528"/>
            <a:ext cx="384048" cy="384048"/>
          </a:xfrm>
          <a:prstGeom prst="ellipse">
            <a:avLst/>
          </a:prstGeom>
          <a:solidFill>
            <a:srgbClr val="5C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979676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5" y="19202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Loops +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5" y="2286000"/>
            <a:ext cx="2606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36070"/>
                </a:solidFill>
                <a:latin typeface="Aptos"/>
              </a:rPr>
              <a:t>Used lists with for and while
loops to repeat useful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93008"/>
            <a:ext cx="35204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" y="3712463"/>
            <a:ext cx="384048" cy="384048"/>
          </a:xfrm>
          <a:prstGeom prst="ellipse">
            <a:avLst/>
          </a:prstGeom>
          <a:solidFill>
            <a:srgbClr val="775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361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69417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Functions + math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059935"/>
            <a:ext cx="2606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36070"/>
                </a:solidFill>
                <a:latin typeface="Aptos"/>
              </a:rPr>
              <a:t>Created reusable functions with
parameters, returns, and math.sqrt().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3493008"/>
            <a:ext cx="35204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35424" y="3712463"/>
            <a:ext cx="384048" cy="384048"/>
          </a:xfrm>
          <a:prstGeom prst="ellipse">
            <a:avLst/>
          </a:prstGeom>
          <a:solidFill>
            <a:srgbClr val="B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375361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369417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Handling errors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4059935"/>
            <a:ext cx="2606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36070"/>
                </a:solidFill>
                <a:latin typeface="Aptos"/>
              </a:rPr>
              <a:t>Used try / except to catch a
TypeError and continue execution.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3" y="3493008"/>
            <a:ext cx="3520440" cy="1481328"/>
          </a:xfrm>
          <a:prstGeom prst="roundRect">
            <a:avLst/>
          </a:prstGeom>
          <a:solidFill>
            <a:srgbClr val="E5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7673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5B6F"/>
                </a:solidFill>
                <a:latin typeface="Aptos"/>
              </a:rPr>
              <a:t>READY FOR THE NEXT 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087368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314D"/>
                </a:solidFill>
                <a:latin typeface="Aptos"/>
              </a:rPr>
              <a:t>Combine these foundations
with data and AI libraries.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400800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15060"/>
                </a:solidFill>
                <a:latin typeface="Aptos"/>
              </a:rPr>
              <a:t>Evidence in practice: conditional.py  |  loops.py  |  fun-sum.py  |  math_example.py  |  exception_handling.py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